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9FAFB"/>
                </a:solidFill>
                <a:latin typeface="Arial"/>
              </a:defRPr>
            </a:pPr>
            <a:r>
              <a:t>Simple Personal Expense Tracker</a:t>
            </a:r>
          </a:p>
          <a:p>
            <a:pPr>
              <a:spcBef>
                <a:spcPts val="2000"/>
              </a:spcBef>
              <a:defRPr sz="2200">
                <a:solidFill>
                  <a:srgbClr val="10B981"/>
                </a:solidFill>
                <a:latin typeface="Arial"/>
              </a:defRPr>
            </a:pPr>
            <a:r>
              <a:t>Group Name: Financial Automations Team</a:t>
            </a:r>
          </a:p>
          <a:p>
            <a:pPr>
              <a:spcBef>
                <a:spcPts val="3000"/>
              </a:spcBef>
              <a:defRPr sz="1800">
                <a:solidFill>
                  <a:srgbClr val="9CA3AF"/>
                </a:solidFill>
                <a:latin typeface="Arial"/>
              </a:defRPr>
            </a:pPr>
            <a:r>
              <a:t>Developed by:</a:t>
            </a:r>
            <a:br/>
            <a:r>
              <a:t>Omar Hamad (ID: 220911309)</a:t>
            </a:r>
            <a:br/>
            <a:r>
              <a:t>Loay Saleh (ID: 220901438)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Why We Built This Tool? (Motivation)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People find it hard to track their daily money manually.</a:t>
            </a:r>
          </a:p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Traditional software is heavy and slow to open.</a:t>
            </a:r>
          </a:p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Our tool is very fast and works directly inside the terminal.</a:t>
            </a:r>
          </a:p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It sends live alerts if you spend more than your budget limit.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How the Code Works (Technical Part)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Command Line (CLI): Uses Python built-in 'argparse' to read user commands easily.</a:t>
            </a:r>
          </a:p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Data Storage: Saves all money records safely inside a local 'JSON' text file.</a:t>
            </a:r>
          </a:p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Smart Reports: Calculates totals automatically and draws simple charts using character bars.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Keeping the Program Safe (Robustness)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Uses protective code blocks to stop the program from crashing.</a:t>
            </a:r>
          </a:p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Blocks bad inputs, like negative numbers or incorrect words.</a:t>
            </a:r>
          </a:p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If the database file has an error, the code fixes itself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Live Test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Set budget limit:  python cli.py set-budget --limit 1500</a:t>
            </a:r>
          </a:p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Add expense:  python cli.py add-expense --category Food --amount 75 --date 14/10/2026</a:t>
            </a:r>
          </a:p>
          <a:p>
            <a:pPr>
              <a:spcAft>
                <a:spcPts val="14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View final chart:  python cli.py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